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HORARIO Y LAS TECNIC AS 15-11-2025  </a:t>
            </a:r>
          </a:p>
          <a:p>
            <a:r>
              <a:t>   </a:t>
            </a:r>
          </a:p>
          <a:p>
            <a:r>
              <a:t> 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HORARIO Y LAS TECNIC AS 15-11-2025  </a:t>
            </a:r>
          </a:p>
          <a:p>
            <a:r>
              <a:t>   </a:t>
            </a:r>
          </a:p>
          <a:p>
            <a:r>
              <a:t>Horario Semanal  </a:t>
            </a:r>
          </a:p>
          <a:p>
            <a:r>
              <a:t>Hora  Lunes  Martes  Miércol</a:t>
            </a:r>
          </a:p>
          <a:p>
            <a:r>
              <a:t>es Jueves  Viernes  Sábado  Domingo  </a:t>
            </a:r>
          </a:p>
          <a:p>
            <a:r>
              <a:t>Mañana  Clases </a:t>
            </a:r>
          </a:p>
          <a:p>
            <a:r>
              <a:t>(8:30 -</a:t>
            </a:r>
          </a:p>
          <a:p>
            <a:r>
              <a:t>14:25)  Clases </a:t>
            </a:r>
          </a:p>
          <a:p>
            <a:r>
              <a:t>(8:30 -</a:t>
            </a:r>
          </a:p>
          <a:p>
            <a:r>
              <a:t>14:25)  Clases </a:t>
            </a:r>
          </a:p>
          <a:p>
            <a:r>
              <a:t>(8:30 -</a:t>
            </a:r>
          </a:p>
          <a:p>
            <a:r>
              <a:t>14:25)  Clases </a:t>
            </a:r>
          </a:p>
          <a:p>
            <a:r>
              <a:t>(8:30 -</a:t>
            </a:r>
          </a:p>
          <a:p>
            <a:r>
              <a:t>14:25)  Clases </a:t>
            </a:r>
          </a:p>
          <a:p>
            <a:r>
              <a:t>(8:30 -</a:t>
            </a:r>
          </a:p>
          <a:p>
            <a:r>
              <a:t>14:25)  Proyecto/Prác</a:t>
            </a:r>
          </a:p>
          <a:p>
            <a:r>
              <a:t>tica (10:00 -</a:t>
            </a:r>
          </a:p>
          <a:p>
            <a:r>
              <a:t>12:30)  Ocio / </a:t>
            </a:r>
          </a:p>
          <a:p>
            <a:r>
              <a:t>Familia  </a:t>
            </a:r>
          </a:p>
          <a:p>
            <a:r>
              <a:t>Comida  14:25 - </a:t>
            </a:r>
          </a:p>
          <a:p>
            <a:r>
              <a:t>15:30 </a:t>
            </a:r>
          </a:p>
          <a:p>
            <a:r>
              <a:t>(Descan</a:t>
            </a:r>
          </a:p>
          <a:p>
            <a:r>
              <a:t>so / </a:t>
            </a:r>
          </a:p>
          <a:p>
            <a:r>
              <a:t>Comida </a:t>
            </a:r>
          </a:p>
          <a:p>
            <a:r>
              <a:t>/ Vuelta </a:t>
            </a:r>
          </a:p>
          <a:p>
            <a:r>
              <a:t>a casa)  14:25 - </a:t>
            </a:r>
          </a:p>
          <a:p>
            <a:r>
              <a:t>15:30 </a:t>
            </a:r>
          </a:p>
          <a:p>
            <a:r>
              <a:t>(Descan</a:t>
            </a:r>
          </a:p>
          <a:p>
            <a:r>
              <a:t>so / </a:t>
            </a:r>
          </a:p>
          <a:p>
            <a:r>
              <a:t>Comida </a:t>
            </a:r>
          </a:p>
          <a:p>
            <a:r>
              <a:t>/ Vuelta </a:t>
            </a:r>
          </a:p>
          <a:p>
            <a:r>
              <a:t>a casa)  14:25 - </a:t>
            </a:r>
          </a:p>
          <a:p>
            <a:r>
              <a:t>15:30 </a:t>
            </a:r>
          </a:p>
          <a:p>
            <a:r>
              <a:t>(Descan</a:t>
            </a:r>
          </a:p>
          <a:p>
            <a:r>
              <a:t>so / </a:t>
            </a:r>
          </a:p>
          <a:p>
            <a:r>
              <a:t>Comida </a:t>
            </a:r>
          </a:p>
          <a:p>
            <a:r>
              <a:t>/ Vuelta </a:t>
            </a:r>
          </a:p>
          <a:p>
            <a:r>
              <a:t>a casa)  14:25 - </a:t>
            </a:r>
          </a:p>
          <a:p>
            <a:r>
              <a:t>15:30 </a:t>
            </a:r>
          </a:p>
          <a:p>
            <a:r>
              <a:t>(Descan</a:t>
            </a:r>
          </a:p>
          <a:p>
            <a:r>
              <a:t>so / </a:t>
            </a:r>
          </a:p>
          <a:p>
            <a:r>
              <a:t>Comida </a:t>
            </a:r>
          </a:p>
          <a:p>
            <a:r>
              <a:t>/ Vuelta </a:t>
            </a:r>
          </a:p>
          <a:p>
            <a:r>
              <a:t>a casa)  14:25 - </a:t>
            </a:r>
          </a:p>
          <a:p>
            <a:r>
              <a:t>15:30 </a:t>
            </a:r>
          </a:p>
          <a:p>
            <a:r>
              <a:t>(Descan</a:t>
            </a:r>
          </a:p>
          <a:p>
            <a:r>
              <a:t>so / </a:t>
            </a:r>
          </a:p>
          <a:p>
            <a:r>
              <a:t>Comida </a:t>
            </a:r>
          </a:p>
          <a:p>
            <a:r>
              <a:t>/ Vuelta </a:t>
            </a:r>
          </a:p>
          <a:p>
            <a:r>
              <a:t>a casa)  Comida  Comida  </a:t>
            </a:r>
          </a:p>
          <a:p>
            <a:r>
              <a:t>Tarde  16:00–</a:t>
            </a:r>
          </a:p>
          <a:p>
            <a:r>
              <a:t>17:30 → </a:t>
            </a:r>
          </a:p>
          <a:p>
            <a:r>
              <a:t>Nube / </a:t>
            </a:r>
          </a:p>
          <a:p>
            <a:r>
              <a:t>Redes  16:00–</a:t>
            </a:r>
          </a:p>
          <a:p>
            <a:r>
              <a:t>17:30 → </a:t>
            </a:r>
          </a:p>
          <a:p>
            <a:r>
              <a:t>Admin. </a:t>
            </a:r>
          </a:p>
          <a:p>
            <a:r>
              <a:t>SO 16:00–</a:t>
            </a:r>
          </a:p>
          <a:p>
            <a:r>
              <a:t>17:30 → </a:t>
            </a:r>
          </a:p>
          <a:p>
            <a:r>
              <a:t>Segurid</a:t>
            </a:r>
          </a:p>
          <a:p>
            <a:r>
              <a:t>ad 16:00–</a:t>
            </a:r>
          </a:p>
          <a:p>
            <a:r>
              <a:t>17:30 → </a:t>
            </a:r>
          </a:p>
          <a:p>
            <a:r>
              <a:t>BBDD / </a:t>
            </a:r>
          </a:p>
          <a:p>
            <a:r>
              <a:t>Nube  16:00–</a:t>
            </a:r>
          </a:p>
          <a:p>
            <a:r>
              <a:t>17:30 → </a:t>
            </a:r>
          </a:p>
          <a:p>
            <a:r>
              <a:t>Segurid</a:t>
            </a:r>
          </a:p>
          <a:p>
            <a:r>
              <a:t>ad Ocio / Amigos  Planificaci</a:t>
            </a:r>
          </a:p>
          <a:p>
            <a:r>
              <a:t>ón </a:t>
            </a:r>
          </a:p>
          <a:p>
            <a:r>
              <a:t>Semanal </a:t>
            </a:r>
          </a:p>
          <a:p>
            <a:r>
              <a:t>(20:00–</a:t>
            </a:r>
          </a:p>
          <a:p>
            <a:r>
              <a:t>21:00)  </a:t>
            </a:r>
          </a:p>
          <a:p>
            <a:r>
              <a:t>Descanso  17:30–</a:t>
            </a:r>
          </a:p>
          <a:p>
            <a:r>
              <a:t>18:00 </a:t>
            </a:r>
          </a:p>
          <a:p>
            <a:r>
              <a:t>(móvil, </a:t>
            </a:r>
          </a:p>
          <a:p>
            <a:r>
              <a:t>paseo, </a:t>
            </a:r>
          </a:p>
          <a:p>
            <a:r>
              <a:t>meriend</a:t>
            </a:r>
          </a:p>
          <a:p>
            <a:r>
              <a:t>a) 17:30–</a:t>
            </a:r>
          </a:p>
          <a:p>
            <a:r>
              <a:t>18:00 </a:t>
            </a:r>
          </a:p>
          <a:p>
            <a:r>
              <a:t>(móvil, </a:t>
            </a:r>
          </a:p>
          <a:p>
            <a:r>
              <a:t>paseo, </a:t>
            </a:r>
          </a:p>
          <a:p>
            <a:r>
              <a:t>meriend</a:t>
            </a:r>
          </a:p>
          <a:p>
            <a:r>
              <a:t>a) 17:30–</a:t>
            </a:r>
          </a:p>
          <a:p>
            <a:r>
              <a:t>18:00 </a:t>
            </a:r>
          </a:p>
          <a:p>
            <a:r>
              <a:t>(móvil, </a:t>
            </a:r>
          </a:p>
          <a:p>
            <a:r>
              <a:t>paseo, </a:t>
            </a:r>
          </a:p>
          <a:p>
            <a:r>
              <a:t>meriend</a:t>
            </a:r>
          </a:p>
          <a:p>
            <a:r>
              <a:t>a) 17:30–</a:t>
            </a:r>
          </a:p>
          <a:p>
            <a:r>
              <a:t>18:00 </a:t>
            </a:r>
          </a:p>
          <a:p>
            <a:r>
              <a:t>(móvil, </a:t>
            </a:r>
          </a:p>
          <a:p>
            <a:r>
              <a:t>paseo, </a:t>
            </a:r>
          </a:p>
          <a:p>
            <a:r>
              <a:t>meriend</a:t>
            </a:r>
          </a:p>
          <a:p>
            <a:r>
              <a:t>a) 17:30–</a:t>
            </a:r>
          </a:p>
          <a:p>
            <a:r>
              <a:t>18:00 </a:t>
            </a:r>
          </a:p>
          <a:p>
            <a:r>
              <a:t>(móvil, </a:t>
            </a:r>
          </a:p>
          <a:p>
            <a:r>
              <a:t>paseo, </a:t>
            </a:r>
          </a:p>
          <a:p>
            <a:r>
              <a:t>meriend</a:t>
            </a:r>
          </a:p>
          <a:p>
            <a:r>
              <a:t>a)   </a:t>
            </a:r>
          </a:p>
          <a:p>
            <a:r>
              <a:t>Tarde/Noc</a:t>
            </a:r>
          </a:p>
          <a:p>
            <a:r>
              <a:t>he 18:00–</a:t>
            </a:r>
          </a:p>
          <a:p>
            <a:r>
              <a:t>19:30 → </a:t>
            </a:r>
          </a:p>
          <a:p>
            <a:r>
              <a:t>Apps </a:t>
            </a:r>
          </a:p>
          <a:p>
            <a:r>
              <a:t>Web / </a:t>
            </a:r>
          </a:p>
          <a:p>
            <a:r>
              <a:t>Teóricas 18:00–</a:t>
            </a:r>
          </a:p>
          <a:p>
            <a:r>
              <a:t>19:30 → </a:t>
            </a:r>
          </a:p>
          <a:p>
            <a:r>
              <a:t>Apps </a:t>
            </a:r>
          </a:p>
          <a:p>
            <a:r>
              <a:t>Web / </a:t>
            </a:r>
          </a:p>
          <a:p>
            <a:r>
              <a:t>Redes  18:00–</a:t>
            </a:r>
          </a:p>
          <a:p>
            <a:r>
              <a:t>19:30 → </a:t>
            </a:r>
          </a:p>
          <a:p>
            <a:r>
              <a:t>Teóricas </a:t>
            </a:r>
          </a:p>
          <a:p>
            <a:r>
              <a:t>/ Ingl és 18:00–</a:t>
            </a:r>
          </a:p>
          <a:p>
            <a:r>
              <a:t>19:30 → </a:t>
            </a:r>
          </a:p>
          <a:p>
            <a:r>
              <a:t>Admin. </a:t>
            </a:r>
          </a:p>
          <a:p>
            <a:r>
              <a:t>SO / </a:t>
            </a:r>
          </a:p>
          <a:p>
            <a:r>
              <a:t>Redes  18:00–</a:t>
            </a:r>
          </a:p>
          <a:p>
            <a:r>
              <a:t>19:30 → </a:t>
            </a:r>
          </a:p>
          <a:p>
            <a:r>
              <a:t>Inglés / </a:t>
            </a:r>
          </a:p>
          <a:p>
            <a:r>
              <a:t>Repaso  Ocio / Amigos  Ocio / </a:t>
            </a:r>
          </a:p>
          <a:p>
            <a:r>
              <a:t>Descanso  </a:t>
            </a:r>
          </a:p>
          <a:p>
            <a:r>
              <a:t>Noche  Desde </a:t>
            </a:r>
          </a:p>
          <a:p>
            <a:r>
              <a:t>20:00 → </a:t>
            </a:r>
          </a:p>
          <a:p>
            <a:r>
              <a:t>Deporte </a:t>
            </a:r>
          </a:p>
          <a:p>
            <a:r>
              <a:t>/ Hobby </a:t>
            </a:r>
          </a:p>
          <a:p>
            <a:r>
              <a:t>/ Cena / </a:t>
            </a:r>
          </a:p>
          <a:p>
            <a:r>
              <a:t>Ocio / </a:t>
            </a:r>
          </a:p>
          <a:p>
            <a:r>
              <a:t>Familia  Desde </a:t>
            </a:r>
          </a:p>
          <a:p>
            <a:r>
              <a:t>20:00 → </a:t>
            </a:r>
          </a:p>
          <a:p>
            <a:r>
              <a:t>Deporte </a:t>
            </a:r>
          </a:p>
          <a:p>
            <a:r>
              <a:t>/ Hobby </a:t>
            </a:r>
          </a:p>
          <a:p>
            <a:r>
              <a:t>/ Cena / </a:t>
            </a:r>
          </a:p>
          <a:p>
            <a:r>
              <a:t>Ocio / </a:t>
            </a:r>
          </a:p>
          <a:p>
            <a:r>
              <a:t>Familia  Desde </a:t>
            </a:r>
          </a:p>
          <a:p>
            <a:r>
              <a:t>20:00 → </a:t>
            </a:r>
          </a:p>
          <a:p>
            <a:r>
              <a:t>Deporte </a:t>
            </a:r>
          </a:p>
          <a:p>
            <a:r>
              <a:t>/ Hobby </a:t>
            </a:r>
          </a:p>
          <a:p>
            <a:r>
              <a:t>/ Cena / </a:t>
            </a:r>
          </a:p>
          <a:p>
            <a:r>
              <a:t>Ocio / </a:t>
            </a:r>
          </a:p>
          <a:p>
            <a:r>
              <a:t>Familia  Desde </a:t>
            </a:r>
          </a:p>
          <a:p>
            <a:r>
              <a:t>20:00 → </a:t>
            </a:r>
          </a:p>
          <a:p>
            <a:r>
              <a:t>Deporte </a:t>
            </a:r>
          </a:p>
          <a:p>
            <a:r>
              <a:t>/ Hobby </a:t>
            </a:r>
          </a:p>
          <a:p>
            <a:r>
              <a:t>/ Cena / </a:t>
            </a:r>
          </a:p>
          <a:p>
            <a:r>
              <a:t>Ocio / </a:t>
            </a:r>
          </a:p>
          <a:p>
            <a:r>
              <a:t>Familia  Cena / </a:t>
            </a:r>
          </a:p>
          <a:p>
            <a:r>
              <a:t>Ocio Cena / Ocio  Cena / </a:t>
            </a:r>
          </a:p>
          <a:p>
            <a:r>
              <a:t>Preparar </a:t>
            </a:r>
          </a:p>
          <a:p>
            <a:r>
              <a:t>lunes  </a:t>
            </a:r>
          </a:p>
          <a:p>
            <a:r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HORARIO Y LAS TECNIC AS 15-11-2025  </a:t>
            </a:r>
          </a:p>
          <a:p>
            <a:r>
              <a:t>   </a:t>
            </a:r>
          </a:p>
          <a:p>
            <a:r>
              <a:t> </a:t>
            </a:r>
          </a:p>
          <a:p>
            <a:r>
              <a:t>Técnicas de Estudio  </a:t>
            </a:r>
          </a:p>
          <a:p>
            <a:r>
              <a:t>1. Técnica Pomodoro: ciclos de 25 min estudio + 5 min descanso.  </a:t>
            </a:r>
          </a:p>
          <a:p>
            <a:r>
              <a:t>2. Active Recall: responder preguntas sin mirar apuntes.  </a:t>
            </a:r>
          </a:p>
          <a:p>
            <a:r>
              <a:t>3. Spaced Repetition: repasar en intervalos (día 1, 3, 7...).  </a:t>
            </a:r>
          </a:p>
          <a:p>
            <a:r>
              <a:t>4. Técnica Feynman: explicar conceptos como si enseñaras a otra persona.  </a:t>
            </a:r>
          </a:p>
          <a:p>
            <a:r>
              <a:t>5. Estudio intercalado: alternar asignaturas para mejorar retención.  </a:t>
            </a:r>
          </a:p>
          <a:p>
            <a:r>
              <a:t>6. Mapas mentales para organizar visualmente conceptos.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